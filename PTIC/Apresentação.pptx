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5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60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46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17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50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23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203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25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48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29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20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B8BCF-B08E-4F83-816A-A9A61B19B479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6F1FD-0634-440D-8FA0-BD9EA6334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061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FAAF1-ABFA-4344-A1E0-559A9ABD5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Apresentação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24D8C6-65AB-4185-99FE-22911390BE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Valkyria Zumba do Nascimento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Gustavo Reis</a:t>
            </a:r>
          </a:p>
        </p:txBody>
      </p:sp>
    </p:spTree>
    <p:extLst>
      <p:ext uri="{BB962C8B-B14F-4D97-AF65-F5344CB8AC3E}">
        <p14:creationId xmlns:p14="http://schemas.microsoft.com/office/powerpoint/2010/main" val="1303711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A82F57B-FEC7-4588-BBAF-501C11F1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Sobre nós: um breve resumo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919E51B-01AF-4FE2-95F7-D0FE093B7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Valkyria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7E592ACB-21AE-48A4-98C6-AFDB20C8E8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Fanática por jogos(principalmente por jogos indie);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Música eclética(Mas principalmente rock!);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Desenho &gt; Filme/Séries;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Gosto de fotografia, e instrumentos musicais.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58BDF9C-7A30-4FA7-A381-9A5BC3027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Gustavo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F50AC49A-F120-46C0-AE10-7674DE58FF9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Gosta de jogar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fc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Sou fanático por futebol, kings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league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Sou eclético;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Gosto de desenhar, ver anime.</a:t>
            </a:r>
          </a:p>
        </p:txBody>
      </p:sp>
    </p:spTree>
    <p:extLst>
      <p:ext uri="{BB962C8B-B14F-4D97-AF65-F5344CB8AC3E}">
        <p14:creationId xmlns:p14="http://schemas.microsoft.com/office/powerpoint/2010/main" val="62706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C35630E-C17F-4F49-A405-A05D036B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Valkyria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6BF03DC-B0BD-4E6F-8A8E-FA9E333CD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86DD7DCE-A378-44C2-942B-5A3253DEDB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9" r="14539"/>
          <a:stretch>
            <a:fillRect/>
          </a:stretch>
        </p:blipFill>
        <p:spPr>
          <a:xfrm>
            <a:off x="6004560" y="987425"/>
            <a:ext cx="5350828" cy="4873625"/>
          </a:xfrm>
        </p:spPr>
      </p:pic>
    </p:spTree>
    <p:extLst>
      <p:ext uri="{BB962C8B-B14F-4D97-AF65-F5344CB8AC3E}">
        <p14:creationId xmlns:p14="http://schemas.microsoft.com/office/powerpoint/2010/main" val="455047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4B421-0D20-45CF-812A-FE47B81D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Gustavo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C89F02-E091-4BE0-BE07-A4399C8E0A44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7B8729-1B0D-4299-B3DF-567349ADC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517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70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Apresentação </vt:lpstr>
      <vt:lpstr>Sobre nós: um breve resumo</vt:lpstr>
      <vt:lpstr>Valkyria</vt:lpstr>
      <vt:lpstr>Gustavo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</dc:title>
  <dc:creator>Aluno</dc:creator>
  <cp:lastModifiedBy>Aluno</cp:lastModifiedBy>
  <cp:revision>4</cp:revision>
  <dcterms:created xsi:type="dcterms:W3CDTF">2026-05-20T20:33:03Z</dcterms:created>
  <dcterms:modified xsi:type="dcterms:W3CDTF">2026-05-20T21:02:39Z</dcterms:modified>
</cp:coreProperties>
</file>